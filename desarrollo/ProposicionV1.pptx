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BsyGWxFByDJcbzkxHnPAmObPu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6fd5d5750_0_49"/>
          <p:cNvSpPr/>
          <p:nvPr/>
        </p:nvSpPr>
        <p:spPr>
          <a:xfrm rot="5400000">
            <a:off x="7226400" y="274573"/>
            <a:ext cx="21915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96fd5d5750_0_49"/>
          <p:cNvGrpSpPr/>
          <p:nvPr/>
        </p:nvGrpSpPr>
        <p:grpSpPr>
          <a:xfrm>
            <a:off x="0" y="654"/>
            <a:ext cx="5153705" cy="6845694"/>
            <a:chOff x="0" y="75"/>
            <a:chExt cx="5153705" cy="5152950"/>
          </a:xfrm>
        </p:grpSpPr>
        <p:sp>
          <p:nvSpPr>
            <p:cNvPr id="12" name="Google Shape;12;g396fd5d5750_0_4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6fd5d5750_0_4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96fd5d5750_0_4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96fd5d5750_0_4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96fd5d5750_0_49"/>
          <p:cNvSpPr txBox="1"/>
          <p:nvPr>
            <p:ph type="ctrTitle"/>
          </p:nvPr>
        </p:nvSpPr>
        <p:spPr>
          <a:xfrm>
            <a:off x="3537150" y="2104533"/>
            <a:ext cx="5017500" cy="21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g396fd5d5750_0_49"/>
          <p:cNvSpPr txBox="1"/>
          <p:nvPr>
            <p:ph idx="1" type="subTitle"/>
          </p:nvPr>
        </p:nvSpPr>
        <p:spPr>
          <a:xfrm>
            <a:off x="5083950" y="5233233"/>
            <a:ext cx="34707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g396fd5d5750_0_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96fd5d5750_0_59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21" name="Google Shape;21;g396fd5d5750_0_5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96fd5d5750_0_5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96fd5d5750_0_5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96fd5d5750_0_5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96fd5d5750_0_5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96fd5d5750_0_5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96fd5d5750_0_5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96fd5d5750_0_5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96fd5d5750_0_5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96fd5d5750_0_5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96fd5d5750_0_5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96fd5d5750_0_5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96fd5d5750_0_5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96fd5d5750_0_5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96fd5d5750_0_5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96fd5d5750_0_5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96fd5d5750_0_5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96fd5d5750_0_5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96fd5d5750_0_59"/>
          <p:cNvSpPr txBox="1"/>
          <p:nvPr>
            <p:ph type="title"/>
          </p:nvPr>
        </p:nvSpPr>
        <p:spPr>
          <a:xfrm>
            <a:off x="823850" y="2737333"/>
            <a:ext cx="4587000" cy="15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g396fd5d5750_0_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96fd5d5750_0_81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43" name="Google Shape;43;g396fd5d5750_0_8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96fd5d5750_0_8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96fd5d5750_0_81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g396fd5d5750_0_81"/>
          <p:cNvSpPr txBox="1"/>
          <p:nvPr>
            <p:ph idx="1" type="body"/>
          </p:nvPr>
        </p:nvSpPr>
        <p:spPr>
          <a:xfrm>
            <a:off x="1297500" y="2090067"/>
            <a:ext cx="70389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g396fd5d5750_0_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96fd5d5750_0_88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0" name="Google Shape;50;g396fd5d5750_0_8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96fd5d5750_0_8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96fd5d5750_0_88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g396fd5d5750_0_88"/>
          <p:cNvSpPr txBox="1"/>
          <p:nvPr>
            <p:ph idx="1" type="body"/>
          </p:nvPr>
        </p:nvSpPr>
        <p:spPr>
          <a:xfrm>
            <a:off x="1297500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96fd5d5750_0_88"/>
          <p:cNvSpPr txBox="1"/>
          <p:nvPr>
            <p:ph idx="2" type="body"/>
          </p:nvPr>
        </p:nvSpPr>
        <p:spPr>
          <a:xfrm>
            <a:off x="4933221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g396fd5d5750_0_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96fd5d5750_0_96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8" name="Google Shape;58;g396fd5d5750_0_9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96fd5d5750_0_9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96fd5d5750_0_96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g396fd5d5750_0_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96fd5d5750_0_102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64" name="Google Shape;64;g396fd5d5750_0_10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96fd5d5750_0_10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96fd5d5750_0_102"/>
          <p:cNvSpPr txBox="1"/>
          <p:nvPr>
            <p:ph type="title"/>
          </p:nvPr>
        </p:nvSpPr>
        <p:spPr>
          <a:xfrm>
            <a:off x="1297500" y="525000"/>
            <a:ext cx="37989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396fd5d5750_0_102"/>
          <p:cNvSpPr txBox="1"/>
          <p:nvPr>
            <p:ph idx="1" type="body"/>
          </p:nvPr>
        </p:nvSpPr>
        <p:spPr>
          <a:xfrm>
            <a:off x="1297500" y="2630067"/>
            <a:ext cx="37989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g396fd5d5750_0_1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96fd5d5750_0_109"/>
          <p:cNvGrpSpPr/>
          <p:nvPr/>
        </p:nvGrpSpPr>
        <p:grpSpPr>
          <a:xfrm>
            <a:off x="4406400" y="0"/>
            <a:ext cx="4737600" cy="6857829"/>
            <a:chOff x="4406400" y="0"/>
            <a:chExt cx="4737600" cy="5143500"/>
          </a:xfrm>
        </p:grpSpPr>
        <p:sp>
          <p:nvSpPr>
            <p:cNvPr id="71" name="Google Shape;71;g396fd5d5750_0_10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96fd5d5750_0_10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96fd5d5750_0_10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96fd5d5750_0_10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96fd5d5750_0_10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96fd5d5750_0_10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96fd5d5750_0_10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96fd5d5750_0_10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96fd5d5750_0_10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96fd5d5750_0_10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96fd5d5750_0_10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96fd5d5750_0_10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96fd5d5750_0_10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96fd5d5750_0_10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96fd5d5750_0_10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96fd5d5750_0_10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96fd5d5750_0_10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96fd5d5750_0_10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96fd5d5750_0_109"/>
          <p:cNvSpPr txBox="1"/>
          <p:nvPr>
            <p:ph type="title"/>
          </p:nvPr>
        </p:nvSpPr>
        <p:spPr>
          <a:xfrm>
            <a:off x="823850" y="1155700"/>
            <a:ext cx="4587000" cy="46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396fd5d5750_0_1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96fd5d5750_0_131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93" name="Google Shape;93;g396fd5d5750_0_13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96fd5d5750_0_13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96fd5d5750_0_131"/>
          <p:cNvSpPr txBox="1"/>
          <p:nvPr>
            <p:ph type="title"/>
          </p:nvPr>
        </p:nvSpPr>
        <p:spPr>
          <a:xfrm>
            <a:off x="1297500" y="2211100"/>
            <a:ext cx="3036300" cy="23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g396fd5d5750_0_131"/>
          <p:cNvSpPr txBox="1"/>
          <p:nvPr>
            <p:ph idx="1" type="subTitle"/>
          </p:nvPr>
        </p:nvSpPr>
        <p:spPr>
          <a:xfrm>
            <a:off x="1297500" y="4717333"/>
            <a:ext cx="30363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g396fd5d5750_0_131"/>
          <p:cNvSpPr txBox="1"/>
          <p:nvPr>
            <p:ph idx="2" type="body"/>
          </p:nvPr>
        </p:nvSpPr>
        <p:spPr>
          <a:xfrm>
            <a:off x="4648200" y="2262133"/>
            <a:ext cx="3676800" cy="31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g396fd5d5750_0_1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96fd5d5750_0_139"/>
          <p:cNvGrpSpPr/>
          <p:nvPr/>
        </p:nvGrpSpPr>
        <p:grpSpPr>
          <a:xfrm>
            <a:off x="0" y="5504636"/>
            <a:ext cx="698925" cy="912853"/>
            <a:chOff x="0" y="3785672"/>
            <a:chExt cx="698925" cy="684657"/>
          </a:xfrm>
        </p:grpSpPr>
        <p:sp>
          <p:nvSpPr>
            <p:cNvPr id="101" name="Google Shape;101;g396fd5d5750_0_13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96fd5d5750_0_13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96fd5d5750_0_139"/>
          <p:cNvSpPr txBox="1"/>
          <p:nvPr>
            <p:ph idx="1" type="body"/>
          </p:nvPr>
        </p:nvSpPr>
        <p:spPr>
          <a:xfrm>
            <a:off x="812725" y="5740500"/>
            <a:ext cx="69360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g396fd5d5750_0_1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96fd5d5750_0_145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107" name="Google Shape;107;g396fd5d5750_0_14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96fd5d5750_0_14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96fd5d5750_0_14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96fd5d5750_0_14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96fd5d5750_0_14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96fd5d5750_0_14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96fd5d5750_0_14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96fd5d5750_0_14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96fd5d5750_0_14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96fd5d5750_0_14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96fd5d5750_0_14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96fd5d5750_0_14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96fd5d5750_0_14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96fd5d5750_0_14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96fd5d5750_0_14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96fd5d5750_0_14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96fd5d5750_0_14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96fd5d5750_0_14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96fd5d5750_0_145"/>
          <p:cNvSpPr txBox="1"/>
          <p:nvPr>
            <p:ph hasCustomPrompt="1" type="title"/>
          </p:nvPr>
        </p:nvSpPr>
        <p:spPr>
          <a:xfrm>
            <a:off x="823850" y="1712900"/>
            <a:ext cx="47760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g396fd5d5750_0_145"/>
          <p:cNvSpPr txBox="1"/>
          <p:nvPr>
            <p:ph idx="1" type="body"/>
          </p:nvPr>
        </p:nvSpPr>
        <p:spPr>
          <a:xfrm>
            <a:off x="823850" y="3524166"/>
            <a:ext cx="4776000" cy="16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g396fd5d5750_0_1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fd5d5750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6fd5d5750_0_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96fd5d5750_0_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96fd5d5750_0_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785786" y="357166"/>
            <a:ext cx="7670700" cy="20717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Propuesta desarrollo de sistemas de ingeniería de software para empresa de aseo BIO-BIO.</a:t>
            </a:r>
            <a:endParaRPr sz="3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533400" y="3857628"/>
            <a:ext cx="7854696" cy="23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</a:rPr>
              <a:t>Creador  del proyecto : Ricardo Yáñez Ríos.</a:t>
            </a:r>
            <a:endParaRPr/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ctrTitle"/>
          </p:nvPr>
        </p:nvSpPr>
        <p:spPr>
          <a:xfrm>
            <a:off x="714348" y="500042"/>
            <a:ext cx="6786610" cy="15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Font typeface="Calibri"/>
              <a:buNone/>
            </a:pPr>
            <a:br>
              <a:rPr lang="es-CL">
                <a:solidFill>
                  <a:srgbClr val="FFFF00"/>
                </a:solidFill>
              </a:rPr>
            </a:br>
            <a:endParaRPr>
              <a:solidFill>
                <a:srgbClr val="FFFF00"/>
              </a:solidFill>
            </a:endParaRPr>
          </a:p>
        </p:txBody>
      </p:sp>
      <p:sp>
        <p:nvSpPr>
          <p:cNvPr id="141" name="Google Shape;141;p2"/>
          <p:cNvSpPr txBox="1"/>
          <p:nvPr>
            <p:ph idx="1" type="subTitle"/>
          </p:nvPr>
        </p:nvSpPr>
        <p:spPr>
          <a:xfrm>
            <a:off x="533400" y="214290"/>
            <a:ext cx="7854696" cy="321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Iniciativa de un diseño innovador que presente un aporte concreto a su empresa de aseo mediante una plataforma web utilizando el stack de node.js</a:t>
            </a:r>
            <a:br>
              <a:rPr lang="es-CL" sz="3200">
                <a:solidFill>
                  <a:srgbClr val="FFFF00"/>
                </a:solidFill>
              </a:rPr>
            </a:br>
            <a:endParaRPr sz="3200"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3214686"/>
            <a:ext cx="7215238" cy="2428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type="ctrTitle"/>
          </p:nvPr>
        </p:nvSpPr>
        <p:spPr>
          <a:xfrm>
            <a:off x="714348" y="428604"/>
            <a:ext cx="7670700" cy="4643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Font typeface="Calibri"/>
              <a:buNone/>
            </a:pPr>
            <a:br>
              <a:rPr lang="es-CL">
                <a:solidFill>
                  <a:srgbClr val="FFFF00"/>
                </a:solidFill>
              </a:rPr>
            </a:br>
            <a:r>
              <a:rPr lang="es-CL">
                <a:solidFill>
                  <a:srgbClr val="FFFF00"/>
                </a:solidFill>
              </a:rPr>
              <a:t> 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48" name="Google Shape;148;p3"/>
          <p:cNvSpPr txBox="1"/>
          <p:nvPr>
            <p:ph idx="1" type="subTitle"/>
          </p:nvPr>
        </p:nvSpPr>
        <p:spPr>
          <a:xfrm>
            <a:off x="533400" y="357166"/>
            <a:ext cx="7854696" cy="607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 estudiar su empresa y su modelo de negocio, principalmente  en la Región del Biobío mediante su oficina de Concepción.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latin typeface="Arial"/>
                <a:ea typeface="Arial"/>
                <a:cs typeface="Arial"/>
                <a:sym typeface="Arial"/>
              </a:rPr>
              <a:t>Requiere una ayuda personalizada de software en</a:t>
            </a: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Volumen de personal a enviar a diferentes lugares.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Cantidad de empleados según solicitud de empresas.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Contratos de trabajos  de  los trabajadores por  tiempo y necesidad de la empresa.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y logística.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Vestuario y equipo de seguridad a emplear.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Distribución del personal según los requerimientos.</a:t>
            </a:r>
            <a:endParaRPr sz="2100"/>
          </a:p>
          <a:p>
            <a:pPr indent="0" lvl="0" marL="0" rtl="0" algn="just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s-CL" sz="2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Contratación de personal ejecutivo como contadores, prevencionistas de  riesgo, personal químico etc.</a:t>
            </a:r>
            <a:endParaRPr sz="21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1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type="ctrTitle"/>
          </p:nvPr>
        </p:nvSpPr>
        <p:spPr>
          <a:xfrm>
            <a:off x="714348" y="500042"/>
            <a:ext cx="6786610" cy="15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Font typeface="Calibri"/>
              <a:buNone/>
            </a:pPr>
            <a:br>
              <a:rPr lang="es-CL">
                <a:solidFill>
                  <a:srgbClr val="FFFF00"/>
                </a:solidFill>
              </a:rPr>
            </a:br>
            <a:endParaRPr>
              <a:solidFill>
                <a:srgbClr val="FFFF00"/>
              </a:solidFill>
            </a:endParaRPr>
          </a:p>
        </p:txBody>
      </p:sp>
      <p:sp>
        <p:nvSpPr>
          <p:cNvPr id="154" name="Google Shape;154;p4"/>
          <p:cNvSpPr txBox="1"/>
          <p:nvPr>
            <p:ph idx="1" type="subTitle"/>
          </p:nvPr>
        </p:nvSpPr>
        <p:spPr>
          <a:xfrm>
            <a:off x="533400" y="214290"/>
            <a:ext cx="7854696" cy="321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rPr lang="es-CL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Encargados de ventas.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rPr lang="es-CL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Ofrecer servicio de aseo mediantes APP.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rPr lang="es-CL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Tener un sitio Web que provea todos estos requerimientos haciendo la separación para cliente y propia empresa.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SzPct val="95000"/>
              <a:buNone/>
            </a:pPr>
            <a:br>
              <a:rPr lang="es-CL" sz="3200">
                <a:solidFill>
                  <a:srgbClr val="FFFF00"/>
                </a:solidFill>
              </a:rPr>
            </a:br>
            <a:endParaRPr sz="3200"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403"/>
              </a:spcBef>
              <a:spcAft>
                <a:spcPts val="0"/>
              </a:spcAft>
              <a:buSzPct val="19000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403"/>
              </a:spcBef>
              <a:spcAft>
                <a:spcPts val="0"/>
              </a:spcAft>
              <a:buSzPct val="19000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786" y="1928802"/>
            <a:ext cx="7286676" cy="4422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type="ctrTitle"/>
          </p:nvPr>
        </p:nvSpPr>
        <p:spPr>
          <a:xfrm>
            <a:off x="714348" y="500042"/>
            <a:ext cx="6786610" cy="15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Font typeface="Calibri"/>
              <a:buNone/>
            </a:pPr>
            <a:br>
              <a:rPr lang="es-CL">
                <a:solidFill>
                  <a:srgbClr val="FFFF00"/>
                </a:solidFill>
              </a:rPr>
            </a:br>
            <a:endParaRPr>
              <a:solidFill>
                <a:srgbClr val="FFFF00"/>
              </a:solidFill>
            </a:endParaRPr>
          </a:p>
        </p:txBody>
      </p:sp>
      <p:sp>
        <p:nvSpPr>
          <p:cNvPr id="161" name="Google Shape;161;p5"/>
          <p:cNvSpPr txBox="1"/>
          <p:nvPr>
            <p:ph idx="1" type="subTitle"/>
          </p:nvPr>
        </p:nvSpPr>
        <p:spPr>
          <a:xfrm>
            <a:off x="533400" y="214290"/>
            <a:ext cx="7854696" cy="607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 LOS DESAFÍOS CREADOS: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s-CL" sz="3200">
                <a:latin typeface="Arial"/>
                <a:ea typeface="Arial"/>
                <a:cs typeface="Arial"/>
                <a:sym typeface="Arial"/>
              </a:rPr>
              <a:t>especificará</a:t>
            </a:r>
            <a:r>
              <a:rPr lang="es-CL" sz="3200">
                <a:latin typeface="Arial"/>
                <a:ea typeface="Arial"/>
                <a:cs typeface="Arial"/>
                <a:sym typeface="Arial"/>
              </a:rPr>
              <a:t> la solución digital que pueda resolver de manera eficiente</a:t>
            </a: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Detectar los costos de personal.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Los tiempos que se dedicarán a las empresas a trabajar por los empleados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Detección de desviaciones de dinero.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Empresas que requieran negociación.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Casos de accidentes laborales.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Asignación de personal según el cliente.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lang="es-CL" sz="3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Respuesta ágil a los pedidos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2026-03-31T19:08:18Z</dcterms:created>
  <dc:creator>HP</dc:creator>
</cp:coreProperties>
</file>